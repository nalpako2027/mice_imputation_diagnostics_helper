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9"/>
    <p:restoredTop sz="94811"/>
  </p:normalViewPr>
  <p:slideViewPr>
    <p:cSldViewPr snapToGrid="0" snapToObjects="1">
      <p:cViewPr varScale="1">
        <p:scale>
          <a:sx n="117" d="100"/>
          <a:sy n="117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D4E35F-9732-6F48-94E1-321598715CD7}" type="doc">
      <dgm:prSet loTypeId="urn:microsoft.com/office/officeart/2005/8/layout/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86AF0B-9C20-024A-BFA9-4AF25BDB914F}">
      <dgm:prSet phldrT="[Text]" custT="1"/>
      <dgm:spPr/>
      <dgm:t>
        <a:bodyPr/>
        <a:lstStyle/>
        <a:p>
          <a:r>
            <a:rPr lang="en-US" sz="2000" b="1" dirty="0"/>
            <a:t>Stage 1: Initialization</a:t>
          </a:r>
          <a:endParaRPr lang="en-US" sz="2000" dirty="0"/>
        </a:p>
      </dgm:t>
    </dgm:pt>
    <dgm:pt modelId="{377D95F0-56C7-1343-B549-D63BDF6C82F8}" type="parTrans" cxnId="{A0B217A1-372F-454F-A828-2D29F88FD245}">
      <dgm:prSet/>
      <dgm:spPr/>
      <dgm:t>
        <a:bodyPr/>
        <a:lstStyle/>
        <a:p>
          <a:endParaRPr lang="en-US"/>
        </a:p>
      </dgm:t>
    </dgm:pt>
    <dgm:pt modelId="{EE7F3E0F-85E9-324A-A672-A6F7601C82B6}" type="sibTrans" cxnId="{A0B217A1-372F-454F-A828-2D29F88FD245}">
      <dgm:prSet/>
      <dgm:spPr/>
      <dgm:t>
        <a:bodyPr/>
        <a:lstStyle/>
        <a:p>
          <a:endParaRPr lang="en-US"/>
        </a:p>
      </dgm:t>
    </dgm:pt>
    <dgm:pt modelId="{24FCDEBF-37D0-1247-A798-24C49267524F}">
      <dgm:prSet phldrT="[Text]"/>
      <dgm:spPr/>
      <dgm:t>
        <a:bodyPr/>
        <a:lstStyle/>
        <a:p>
          <a:r>
            <a:rPr lang="en-US" dirty="0"/>
            <a:t>Stochastic Draw from Observed base data</a:t>
          </a:r>
        </a:p>
      </dgm:t>
    </dgm:pt>
    <dgm:pt modelId="{2EC092B3-E889-F04A-9236-38300855500A}" type="parTrans" cxnId="{2BAD0F79-10B0-AD4C-8F20-025969ED492E}">
      <dgm:prSet/>
      <dgm:spPr/>
      <dgm:t>
        <a:bodyPr/>
        <a:lstStyle/>
        <a:p>
          <a:endParaRPr lang="en-US"/>
        </a:p>
      </dgm:t>
    </dgm:pt>
    <dgm:pt modelId="{E8313C08-7659-8441-818E-238B7C7D6D30}" type="sibTrans" cxnId="{2BAD0F79-10B0-AD4C-8F20-025969ED492E}">
      <dgm:prSet/>
      <dgm:spPr/>
      <dgm:t>
        <a:bodyPr/>
        <a:lstStyle/>
        <a:p>
          <a:endParaRPr lang="en-US"/>
        </a:p>
      </dgm:t>
    </dgm:pt>
    <dgm:pt modelId="{DC72701D-7C07-6147-BE70-625FEFF888D0}">
      <dgm:prSet phldrT="[Text]"/>
      <dgm:spPr/>
      <dgm:t>
        <a:bodyPr/>
        <a:lstStyle/>
        <a:p>
          <a:r>
            <a:rPr lang="en-TR" b="1" dirty="0"/>
            <a:t>Stage 2: Chained Bayesian PMM Iteration</a:t>
          </a:r>
          <a:endParaRPr lang="en-US" dirty="0"/>
        </a:p>
      </dgm:t>
    </dgm:pt>
    <dgm:pt modelId="{CB958C18-64DB-8D4E-8845-FE29CA163D6F}" type="parTrans" cxnId="{D06ED5C1-98FC-B44B-8FDB-74518D3909DF}">
      <dgm:prSet/>
      <dgm:spPr/>
      <dgm:t>
        <a:bodyPr/>
        <a:lstStyle/>
        <a:p>
          <a:endParaRPr lang="en-US"/>
        </a:p>
      </dgm:t>
    </dgm:pt>
    <dgm:pt modelId="{863DE0F6-7792-2840-82A2-4AA25BCA4543}" type="sibTrans" cxnId="{D06ED5C1-98FC-B44B-8FDB-74518D3909DF}">
      <dgm:prSet/>
      <dgm:spPr/>
      <dgm:t>
        <a:bodyPr/>
        <a:lstStyle/>
        <a:p>
          <a:endParaRPr lang="en-US"/>
        </a:p>
      </dgm:t>
    </dgm:pt>
    <dgm:pt modelId="{A6E57C20-99F8-D741-BAAA-122AFA64A3D5}">
      <dgm:prSet phldrT="[Text]"/>
      <dgm:spPr/>
      <dgm:t>
        <a:bodyPr/>
        <a:lstStyle/>
        <a:p>
          <a:r>
            <a:rPr lang="en-US" dirty="0"/>
            <a:t>Bayesian parameter draw</a:t>
          </a:r>
        </a:p>
      </dgm:t>
    </dgm:pt>
    <dgm:pt modelId="{834BCB6E-3238-C848-A8CD-60F6A68EF797}" type="parTrans" cxnId="{611B1586-B778-6E4A-804A-17FB0E79E22F}">
      <dgm:prSet/>
      <dgm:spPr/>
      <dgm:t>
        <a:bodyPr/>
        <a:lstStyle/>
        <a:p>
          <a:endParaRPr lang="en-US"/>
        </a:p>
      </dgm:t>
    </dgm:pt>
    <dgm:pt modelId="{12D3C612-7425-9547-9B99-6A5EB4131574}" type="sibTrans" cxnId="{611B1586-B778-6E4A-804A-17FB0E79E22F}">
      <dgm:prSet/>
      <dgm:spPr/>
      <dgm:t>
        <a:bodyPr/>
        <a:lstStyle/>
        <a:p>
          <a:endParaRPr lang="en-US"/>
        </a:p>
      </dgm:t>
    </dgm:pt>
    <dgm:pt modelId="{C2331B41-3B8B-CE43-A057-36760FB7985A}">
      <dgm:prSet phldrT="[Text]"/>
      <dgm:spPr/>
      <dgm:t>
        <a:bodyPr/>
        <a:lstStyle/>
        <a:p>
          <a:r>
            <a:rPr lang="en-TR" b="1" dirty="0"/>
            <a:t>Stage 3: Rubin’s Rules</a:t>
          </a:r>
          <a:endParaRPr lang="en-US" dirty="0"/>
        </a:p>
      </dgm:t>
    </dgm:pt>
    <dgm:pt modelId="{DC7916F4-DAA6-BE44-B8F2-AB1BE1120F47}" type="parTrans" cxnId="{6C83CCC2-D7BB-BF48-8082-B039A53A1AFB}">
      <dgm:prSet/>
      <dgm:spPr/>
      <dgm:t>
        <a:bodyPr/>
        <a:lstStyle/>
        <a:p>
          <a:endParaRPr lang="en-US"/>
        </a:p>
      </dgm:t>
    </dgm:pt>
    <dgm:pt modelId="{43EA9657-6268-5140-9316-12094BA18D4D}" type="sibTrans" cxnId="{6C83CCC2-D7BB-BF48-8082-B039A53A1AFB}">
      <dgm:prSet/>
      <dgm:spPr/>
      <dgm:t>
        <a:bodyPr/>
        <a:lstStyle/>
        <a:p>
          <a:endParaRPr lang="en-US"/>
        </a:p>
      </dgm:t>
    </dgm:pt>
    <dgm:pt modelId="{78B8382A-C911-4F47-A26C-B9EBC8FAA51E}">
      <dgm:prSet phldrT="[Text]"/>
      <dgm:spPr/>
      <dgm:t>
        <a:bodyPr/>
        <a:lstStyle/>
        <a:p>
          <a:r>
            <a:rPr lang="en-US" dirty="0"/>
            <a:t>Within-imputation variance</a:t>
          </a:r>
        </a:p>
      </dgm:t>
    </dgm:pt>
    <dgm:pt modelId="{9D769340-D9B0-2F4D-9FDF-03B2CBF21C7D}" type="parTrans" cxnId="{F068160B-E1A9-B044-91C9-0D3565C4DF78}">
      <dgm:prSet/>
      <dgm:spPr/>
      <dgm:t>
        <a:bodyPr/>
        <a:lstStyle/>
        <a:p>
          <a:endParaRPr lang="en-US"/>
        </a:p>
      </dgm:t>
    </dgm:pt>
    <dgm:pt modelId="{11753477-C1C7-644B-808B-E9CA74E5AB1F}" type="sibTrans" cxnId="{F068160B-E1A9-B044-91C9-0D3565C4DF78}">
      <dgm:prSet/>
      <dgm:spPr/>
      <dgm:t>
        <a:bodyPr/>
        <a:lstStyle/>
        <a:p>
          <a:endParaRPr lang="en-US"/>
        </a:p>
      </dgm:t>
    </dgm:pt>
    <dgm:pt modelId="{8733DCCA-2A04-1449-ABCF-2D5B74FA2EFA}">
      <dgm:prSet phldrT="[Text]"/>
      <dgm:spPr/>
      <dgm:t>
        <a:bodyPr/>
        <a:lstStyle/>
        <a:p>
          <a:r>
            <a:rPr lang="en-US" dirty="0"/>
            <a:t>Between-imputation variance</a:t>
          </a:r>
        </a:p>
      </dgm:t>
    </dgm:pt>
    <dgm:pt modelId="{95A6BEBD-7C14-874B-97AE-71461E67F7E4}" type="parTrans" cxnId="{27CC62D9-CB95-5B4B-8429-52F85F785151}">
      <dgm:prSet/>
      <dgm:spPr/>
      <dgm:t>
        <a:bodyPr/>
        <a:lstStyle/>
        <a:p>
          <a:endParaRPr lang="en-US"/>
        </a:p>
      </dgm:t>
    </dgm:pt>
    <dgm:pt modelId="{60140BE8-F158-E248-ADA2-D380FF29B687}" type="sibTrans" cxnId="{27CC62D9-CB95-5B4B-8429-52F85F785151}">
      <dgm:prSet/>
      <dgm:spPr/>
      <dgm:t>
        <a:bodyPr/>
        <a:lstStyle/>
        <a:p>
          <a:endParaRPr lang="en-US"/>
        </a:p>
      </dgm:t>
    </dgm:pt>
    <dgm:pt modelId="{072FB772-355C-0947-B5D9-9FAD77BA2E24}">
      <dgm:prSet phldrT="[Text]"/>
      <dgm:spPr/>
      <dgm:t>
        <a:bodyPr/>
        <a:lstStyle/>
        <a:p>
          <a:r>
            <a:rPr lang="en-US" dirty="0"/>
            <a:t>Total variance</a:t>
          </a:r>
        </a:p>
      </dgm:t>
    </dgm:pt>
    <dgm:pt modelId="{6608490F-D3E0-B945-83C3-AF9709CDD396}" type="parTrans" cxnId="{F5304E9F-D793-284F-9753-AB1792E02275}">
      <dgm:prSet/>
      <dgm:spPr/>
      <dgm:t>
        <a:bodyPr/>
        <a:lstStyle/>
        <a:p>
          <a:endParaRPr lang="en-US"/>
        </a:p>
      </dgm:t>
    </dgm:pt>
    <dgm:pt modelId="{36E33630-B345-1848-B76A-A639331D3FDE}" type="sibTrans" cxnId="{F5304E9F-D793-284F-9753-AB1792E02275}">
      <dgm:prSet/>
      <dgm:spPr/>
      <dgm:t>
        <a:bodyPr/>
        <a:lstStyle/>
        <a:p>
          <a:endParaRPr lang="en-US"/>
        </a:p>
      </dgm:t>
    </dgm:pt>
    <dgm:pt modelId="{B33446FE-97D8-8D41-82A2-883BEAF66920}">
      <dgm:prSet phldrT="[Text]"/>
      <dgm:spPr/>
      <dgm:t>
        <a:bodyPr/>
        <a:lstStyle/>
        <a:p>
          <a:r>
            <a:rPr lang="en-US" dirty="0"/>
            <a:t>Counterfactual metric projection</a:t>
          </a:r>
        </a:p>
      </dgm:t>
    </dgm:pt>
    <dgm:pt modelId="{263DAAC2-0E63-AC4E-A5C1-0EB7BC149BA7}" type="parTrans" cxnId="{FEC35C73-7B08-3A4B-B538-E3983D6654F8}">
      <dgm:prSet/>
      <dgm:spPr/>
      <dgm:t>
        <a:bodyPr/>
        <a:lstStyle/>
        <a:p>
          <a:endParaRPr lang="en-US"/>
        </a:p>
      </dgm:t>
    </dgm:pt>
    <dgm:pt modelId="{ED408F3A-C415-6340-91FB-6B3EEB464BF4}" type="sibTrans" cxnId="{FEC35C73-7B08-3A4B-B538-E3983D6654F8}">
      <dgm:prSet/>
      <dgm:spPr/>
      <dgm:t>
        <a:bodyPr/>
        <a:lstStyle/>
        <a:p>
          <a:endParaRPr lang="en-US"/>
        </a:p>
      </dgm:t>
    </dgm:pt>
    <dgm:pt modelId="{006DA4A2-49F3-FC48-AD92-DEAC61E30AC4}">
      <dgm:prSet phldrT="[Text]"/>
      <dgm:spPr/>
      <dgm:t>
        <a:bodyPr/>
        <a:lstStyle/>
        <a:p>
          <a:r>
            <a:rPr lang="en-US" dirty="0"/>
            <a:t>Euclidian distance matching</a:t>
          </a:r>
        </a:p>
      </dgm:t>
    </dgm:pt>
    <dgm:pt modelId="{FB2E8ACA-21CD-6842-865E-C3DB703164FA}" type="parTrans" cxnId="{AFC107AD-55A2-9E4A-A7A2-9C6066653C8B}">
      <dgm:prSet/>
      <dgm:spPr/>
      <dgm:t>
        <a:bodyPr/>
        <a:lstStyle/>
        <a:p>
          <a:endParaRPr lang="en-US"/>
        </a:p>
      </dgm:t>
    </dgm:pt>
    <dgm:pt modelId="{5B4090DF-101D-EB46-ABB6-1733FD6565EB}" type="sibTrans" cxnId="{AFC107AD-55A2-9E4A-A7A2-9C6066653C8B}">
      <dgm:prSet/>
      <dgm:spPr/>
      <dgm:t>
        <a:bodyPr/>
        <a:lstStyle/>
        <a:p>
          <a:endParaRPr lang="en-US"/>
        </a:p>
      </dgm:t>
    </dgm:pt>
    <dgm:pt modelId="{7371B635-0519-C447-BBE0-330DE99411A2}">
      <dgm:prSet phldrT="[Text]"/>
      <dgm:spPr/>
      <dgm:t>
        <a:bodyPr/>
        <a:lstStyle/>
        <a:p>
          <a:r>
            <a:rPr lang="en-US" dirty="0"/>
            <a:t>Stochastic donor selection (k=5)</a:t>
          </a:r>
        </a:p>
      </dgm:t>
    </dgm:pt>
    <dgm:pt modelId="{9EA96F80-0EE4-F940-A174-119DEC0FCFA9}" type="parTrans" cxnId="{6CC02F34-2B41-A045-8D21-941E248C9CB3}">
      <dgm:prSet/>
      <dgm:spPr/>
      <dgm:t>
        <a:bodyPr/>
        <a:lstStyle/>
        <a:p>
          <a:endParaRPr lang="en-US"/>
        </a:p>
      </dgm:t>
    </dgm:pt>
    <dgm:pt modelId="{FF51D806-19D7-2546-8E3D-AF642D1644CF}" type="sibTrans" cxnId="{6CC02F34-2B41-A045-8D21-941E248C9CB3}">
      <dgm:prSet/>
      <dgm:spPr/>
      <dgm:t>
        <a:bodyPr/>
        <a:lstStyle/>
        <a:p>
          <a:endParaRPr lang="en-US"/>
        </a:p>
      </dgm:t>
    </dgm:pt>
    <dgm:pt modelId="{7C14A7B5-3F82-7A4C-883D-A09D7880AAD9}" type="pres">
      <dgm:prSet presAssocID="{44D4E35F-9732-6F48-94E1-321598715CD7}" presName="linearFlow" presStyleCnt="0">
        <dgm:presLayoutVars>
          <dgm:dir/>
          <dgm:animLvl val="lvl"/>
          <dgm:resizeHandles val="exact"/>
        </dgm:presLayoutVars>
      </dgm:prSet>
      <dgm:spPr/>
    </dgm:pt>
    <dgm:pt modelId="{89B8DB0A-913B-5A4B-A657-56A77387AF56}" type="pres">
      <dgm:prSet presAssocID="{7A86AF0B-9C20-024A-BFA9-4AF25BDB914F}" presName="composite" presStyleCnt="0"/>
      <dgm:spPr/>
    </dgm:pt>
    <dgm:pt modelId="{ED9FEFDD-5F81-B448-BE84-0DE88AD995F8}" type="pres">
      <dgm:prSet presAssocID="{7A86AF0B-9C20-024A-BFA9-4AF25BDB914F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169BF66-C5E1-9B4C-8706-9CFF0D17EF6A}" type="pres">
      <dgm:prSet presAssocID="{7A86AF0B-9C20-024A-BFA9-4AF25BDB914F}" presName="parSh" presStyleLbl="node1" presStyleIdx="0" presStyleCnt="3"/>
      <dgm:spPr/>
    </dgm:pt>
    <dgm:pt modelId="{540A5662-232F-5E41-85E2-F5DB906C2AA4}" type="pres">
      <dgm:prSet presAssocID="{7A86AF0B-9C20-024A-BFA9-4AF25BDB914F}" presName="desTx" presStyleLbl="fgAcc1" presStyleIdx="0" presStyleCnt="3">
        <dgm:presLayoutVars>
          <dgm:bulletEnabled val="1"/>
        </dgm:presLayoutVars>
      </dgm:prSet>
      <dgm:spPr/>
    </dgm:pt>
    <dgm:pt modelId="{14F28343-3A26-5947-A4DA-372D17E04FD3}" type="pres">
      <dgm:prSet presAssocID="{EE7F3E0F-85E9-324A-A672-A6F7601C82B6}" presName="sibTrans" presStyleLbl="sibTrans2D1" presStyleIdx="0" presStyleCnt="2"/>
      <dgm:spPr/>
    </dgm:pt>
    <dgm:pt modelId="{A0940D79-3856-644B-A544-BC13B763F3C2}" type="pres">
      <dgm:prSet presAssocID="{EE7F3E0F-85E9-324A-A672-A6F7601C82B6}" presName="connTx" presStyleLbl="sibTrans2D1" presStyleIdx="0" presStyleCnt="2"/>
      <dgm:spPr/>
    </dgm:pt>
    <dgm:pt modelId="{DE60A329-482F-9843-A159-3929ACF4BFBE}" type="pres">
      <dgm:prSet presAssocID="{DC72701D-7C07-6147-BE70-625FEFF888D0}" presName="composite" presStyleCnt="0"/>
      <dgm:spPr/>
    </dgm:pt>
    <dgm:pt modelId="{77E3B688-F55C-9B45-B3B5-9789E7391A34}" type="pres">
      <dgm:prSet presAssocID="{DC72701D-7C07-6147-BE70-625FEFF888D0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F022F3C-FE05-EF4B-9CEB-04966DBCC973}" type="pres">
      <dgm:prSet presAssocID="{DC72701D-7C07-6147-BE70-625FEFF888D0}" presName="parSh" presStyleLbl="node1" presStyleIdx="1" presStyleCnt="3"/>
      <dgm:spPr/>
    </dgm:pt>
    <dgm:pt modelId="{162E03DB-7BAF-0E4B-AB85-6D04E9EF56AB}" type="pres">
      <dgm:prSet presAssocID="{DC72701D-7C07-6147-BE70-625FEFF888D0}" presName="desTx" presStyleLbl="fgAcc1" presStyleIdx="1" presStyleCnt="3">
        <dgm:presLayoutVars>
          <dgm:bulletEnabled val="1"/>
        </dgm:presLayoutVars>
      </dgm:prSet>
      <dgm:spPr/>
    </dgm:pt>
    <dgm:pt modelId="{15BBEFD1-04EF-BF4D-BA22-898245FF1EB7}" type="pres">
      <dgm:prSet presAssocID="{863DE0F6-7792-2840-82A2-4AA25BCA4543}" presName="sibTrans" presStyleLbl="sibTrans2D1" presStyleIdx="1" presStyleCnt="2"/>
      <dgm:spPr/>
    </dgm:pt>
    <dgm:pt modelId="{8241B4A4-2959-714A-8018-A6AA618AD81D}" type="pres">
      <dgm:prSet presAssocID="{863DE0F6-7792-2840-82A2-4AA25BCA4543}" presName="connTx" presStyleLbl="sibTrans2D1" presStyleIdx="1" presStyleCnt="2"/>
      <dgm:spPr/>
    </dgm:pt>
    <dgm:pt modelId="{AB959339-07C2-8845-A6CC-9B3A2E019A28}" type="pres">
      <dgm:prSet presAssocID="{C2331B41-3B8B-CE43-A057-36760FB7985A}" presName="composite" presStyleCnt="0"/>
      <dgm:spPr/>
    </dgm:pt>
    <dgm:pt modelId="{23C8E859-3514-C54C-B982-61E073AC8258}" type="pres">
      <dgm:prSet presAssocID="{C2331B41-3B8B-CE43-A057-36760FB7985A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FB7C14E-DD14-404A-879B-06FDC7F7C9AF}" type="pres">
      <dgm:prSet presAssocID="{C2331B41-3B8B-CE43-A057-36760FB7985A}" presName="parSh" presStyleLbl="node1" presStyleIdx="2" presStyleCnt="3"/>
      <dgm:spPr/>
    </dgm:pt>
    <dgm:pt modelId="{8E94E346-DD01-FC4C-B363-08BFD68334BE}" type="pres">
      <dgm:prSet presAssocID="{C2331B41-3B8B-CE43-A057-36760FB7985A}" presName="desTx" presStyleLbl="fgAcc1" presStyleIdx="2" presStyleCnt="3">
        <dgm:presLayoutVars>
          <dgm:bulletEnabled val="1"/>
        </dgm:presLayoutVars>
      </dgm:prSet>
      <dgm:spPr/>
    </dgm:pt>
  </dgm:ptLst>
  <dgm:cxnLst>
    <dgm:cxn modelId="{6FF9990A-E12E-8142-A99B-45FA5EEBB39C}" type="presOf" srcId="{C2331B41-3B8B-CE43-A057-36760FB7985A}" destId="{7FB7C14E-DD14-404A-879B-06FDC7F7C9AF}" srcOrd="1" destOrd="0" presId="urn:microsoft.com/office/officeart/2005/8/layout/process3"/>
    <dgm:cxn modelId="{F068160B-E1A9-B044-91C9-0D3565C4DF78}" srcId="{C2331B41-3B8B-CE43-A057-36760FB7985A}" destId="{78B8382A-C911-4F47-A26C-B9EBC8FAA51E}" srcOrd="0" destOrd="0" parTransId="{9D769340-D9B0-2F4D-9FDF-03B2CBF21C7D}" sibTransId="{11753477-C1C7-644B-808B-E9CA74E5AB1F}"/>
    <dgm:cxn modelId="{86C4DD22-577A-7947-98CC-95173D7E0C13}" type="presOf" srcId="{78B8382A-C911-4F47-A26C-B9EBC8FAA51E}" destId="{8E94E346-DD01-FC4C-B363-08BFD68334BE}" srcOrd="0" destOrd="0" presId="urn:microsoft.com/office/officeart/2005/8/layout/process3"/>
    <dgm:cxn modelId="{39791726-B8BC-2C42-A7C6-8EB131F3E930}" type="presOf" srcId="{DC72701D-7C07-6147-BE70-625FEFF888D0}" destId="{CF022F3C-FE05-EF4B-9CEB-04966DBCC973}" srcOrd="1" destOrd="0" presId="urn:microsoft.com/office/officeart/2005/8/layout/process3"/>
    <dgm:cxn modelId="{6CC02F34-2B41-A045-8D21-941E248C9CB3}" srcId="{DC72701D-7C07-6147-BE70-625FEFF888D0}" destId="{7371B635-0519-C447-BBE0-330DE99411A2}" srcOrd="3" destOrd="0" parTransId="{9EA96F80-0EE4-F940-A174-119DEC0FCFA9}" sibTransId="{FF51D806-19D7-2546-8E3D-AF642D1644CF}"/>
    <dgm:cxn modelId="{FDBB1346-CED4-0043-AC4A-B0DF4FDBE6A8}" type="presOf" srcId="{C2331B41-3B8B-CE43-A057-36760FB7985A}" destId="{23C8E859-3514-C54C-B982-61E073AC8258}" srcOrd="0" destOrd="0" presId="urn:microsoft.com/office/officeart/2005/8/layout/process3"/>
    <dgm:cxn modelId="{D613814D-D3EF-E14A-9BA2-F282A06332FF}" type="presOf" srcId="{863DE0F6-7792-2840-82A2-4AA25BCA4543}" destId="{8241B4A4-2959-714A-8018-A6AA618AD81D}" srcOrd="1" destOrd="0" presId="urn:microsoft.com/office/officeart/2005/8/layout/process3"/>
    <dgm:cxn modelId="{C4117056-3A0E-BD44-BE32-AB0A966541BA}" type="presOf" srcId="{44D4E35F-9732-6F48-94E1-321598715CD7}" destId="{7C14A7B5-3F82-7A4C-883D-A09D7880AAD9}" srcOrd="0" destOrd="0" presId="urn:microsoft.com/office/officeart/2005/8/layout/process3"/>
    <dgm:cxn modelId="{3A33A869-CB72-654A-AB82-B3A5AB7B64B9}" type="presOf" srcId="{7371B635-0519-C447-BBE0-330DE99411A2}" destId="{162E03DB-7BAF-0E4B-AB85-6D04E9EF56AB}" srcOrd="0" destOrd="3" presId="urn:microsoft.com/office/officeart/2005/8/layout/process3"/>
    <dgm:cxn modelId="{A109546D-25CE-7D41-88A9-390482D19F89}" type="presOf" srcId="{7A86AF0B-9C20-024A-BFA9-4AF25BDB914F}" destId="{ED9FEFDD-5F81-B448-BE84-0DE88AD995F8}" srcOrd="0" destOrd="0" presId="urn:microsoft.com/office/officeart/2005/8/layout/process3"/>
    <dgm:cxn modelId="{FEC35C73-7B08-3A4B-B538-E3983D6654F8}" srcId="{DC72701D-7C07-6147-BE70-625FEFF888D0}" destId="{B33446FE-97D8-8D41-82A2-883BEAF66920}" srcOrd="1" destOrd="0" parTransId="{263DAAC2-0E63-AC4E-A5C1-0EB7BC149BA7}" sibTransId="{ED408F3A-C415-6340-91FB-6B3EEB464BF4}"/>
    <dgm:cxn modelId="{51F9C174-D2BC-5D41-8764-A5C651AA995E}" type="presOf" srcId="{EE7F3E0F-85E9-324A-A672-A6F7601C82B6}" destId="{14F28343-3A26-5947-A4DA-372D17E04FD3}" srcOrd="0" destOrd="0" presId="urn:microsoft.com/office/officeart/2005/8/layout/process3"/>
    <dgm:cxn modelId="{2BAD0F79-10B0-AD4C-8F20-025969ED492E}" srcId="{7A86AF0B-9C20-024A-BFA9-4AF25BDB914F}" destId="{24FCDEBF-37D0-1247-A798-24C49267524F}" srcOrd="0" destOrd="0" parTransId="{2EC092B3-E889-F04A-9236-38300855500A}" sibTransId="{E8313C08-7659-8441-818E-238B7C7D6D30}"/>
    <dgm:cxn modelId="{611B1586-B778-6E4A-804A-17FB0E79E22F}" srcId="{DC72701D-7C07-6147-BE70-625FEFF888D0}" destId="{A6E57C20-99F8-D741-BAAA-122AFA64A3D5}" srcOrd="0" destOrd="0" parTransId="{834BCB6E-3238-C848-A8CD-60F6A68EF797}" sibTransId="{12D3C612-7425-9547-9B99-6A5EB4131574}"/>
    <dgm:cxn modelId="{A977258E-2266-C043-907C-9872D9A2CE42}" type="presOf" srcId="{7A86AF0B-9C20-024A-BFA9-4AF25BDB914F}" destId="{4169BF66-C5E1-9B4C-8706-9CFF0D17EF6A}" srcOrd="1" destOrd="0" presId="urn:microsoft.com/office/officeart/2005/8/layout/process3"/>
    <dgm:cxn modelId="{A7FA478F-8477-BF4A-A18E-6D36F8B3B1F2}" type="presOf" srcId="{24FCDEBF-37D0-1247-A798-24C49267524F}" destId="{540A5662-232F-5E41-85E2-F5DB906C2AA4}" srcOrd="0" destOrd="0" presId="urn:microsoft.com/office/officeart/2005/8/layout/process3"/>
    <dgm:cxn modelId="{6B312393-B432-A846-88BA-612E001BFECC}" type="presOf" srcId="{863DE0F6-7792-2840-82A2-4AA25BCA4543}" destId="{15BBEFD1-04EF-BF4D-BA22-898245FF1EB7}" srcOrd="0" destOrd="0" presId="urn:microsoft.com/office/officeart/2005/8/layout/process3"/>
    <dgm:cxn modelId="{F5304E9F-D793-284F-9753-AB1792E02275}" srcId="{C2331B41-3B8B-CE43-A057-36760FB7985A}" destId="{072FB772-355C-0947-B5D9-9FAD77BA2E24}" srcOrd="2" destOrd="0" parTransId="{6608490F-D3E0-B945-83C3-AF9709CDD396}" sibTransId="{36E33630-B345-1848-B76A-A639331D3FDE}"/>
    <dgm:cxn modelId="{A0B217A1-372F-454F-A828-2D29F88FD245}" srcId="{44D4E35F-9732-6F48-94E1-321598715CD7}" destId="{7A86AF0B-9C20-024A-BFA9-4AF25BDB914F}" srcOrd="0" destOrd="0" parTransId="{377D95F0-56C7-1343-B549-D63BDF6C82F8}" sibTransId="{EE7F3E0F-85E9-324A-A672-A6F7601C82B6}"/>
    <dgm:cxn modelId="{3778BDA4-7365-954A-8214-84ABE28F289F}" type="presOf" srcId="{8733DCCA-2A04-1449-ABCF-2D5B74FA2EFA}" destId="{8E94E346-DD01-FC4C-B363-08BFD68334BE}" srcOrd="0" destOrd="1" presId="urn:microsoft.com/office/officeart/2005/8/layout/process3"/>
    <dgm:cxn modelId="{AFC107AD-55A2-9E4A-A7A2-9C6066653C8B}" srcId="{DC72701D-7C07-6147-BE70-625FEFF888D0}" destId="{006DA4A2-49F3-FC48-AD92-DEAC61E30AC4}" srcOrd="2" destOrd="0" parTransId="{FB2E8ACA-21CD-6842-865E-C3DB703164FA}" sibTransId="{5B4090DF-101D-EB46-ABB6-1733FD6565EB}"/>
    <dgm:cxn modelId="{79FF9EB1-F84B-984B-BCC1-D61A6A4D46FB}" type="presOf" srcId="{006DA4A2-49F3-FC48-AD92-DEAC61E30AC4}" destId="{162E03DB-7BAF-0E4B-AB85-6D04E9EF56AB}" srcOrd="0" destOrd="2" presId="urn:microsoft.com/office/officeart/2005/8/layout/process3"/>
    <dgm:cxn modelId="{57CD01B3-0AB7-F241-B395-A88278A03769}" type="presOf" srcId="{072FB772-355C-0947-B5D9-9FAD77BA2E24}" destId="{8E94E346-DD01-FC4C-B363-08BFD68334BE}" srcOrd="0" destOrd="2" presId="urn:microsoft.com/office/officeart/2005/8/layout/process3"/>
    <dgm:cxn modelId="{7FB721BF-F28E-1448-8843-D59D0D40EF0C}" type="presOf" srcId="{A6E57C20-99F8-D741-BAAA-122AFA64A3D5}" destId="{162E03DB-7BAF-0E4B-AB85-6D04E9EF56AB}" srcOrd="0" destOrd="0" presId="urn:microsoft.com/office/officeart/2005/8/layout/process3"/>
    <dgm:cxn modelId="{DDD5F2C0-C556-AF4F-ABE0-FAB457BBD99E}" type="presOf" srcId="{DC72701D-7C07-6147-BE70-625FEFF888D0}" destId="{77E3B688-F55C-9B45-B3B5-9789E7391A34}" srcOrd="0" destOrd="0" presId="urn:microsoft.com/office/officeart/2005/8/layout/process3"/>
    <dgm:cxn modelId="{D06ED5C1-98FC-B44B-8FDB-74518D3909DF}" srcId="{44D4E35F-9732-6F48-94E1-321598715CD7}" destId="{DC72701D-7C07-6147-BE70-625FEFF888D0}" srcOrd="1" destOrd="0" parTransId="{CB958C18-64DB-8D4E-8845-FE29CA163D6F}" sibTransId="{863DE0F6-7792-2840-82A2-4AA25BCA4543}"/>
    <dgm:cxn modelId="{6C83CCC2-D7BB-BF48-8082-B039A53A1AFB}" srcId="{44D4E35F-9732-6F48-94E1-321598715CD7}" destId="{C2331B41-3B8B-CE43-A057-36760FB7985A}" srcOrd="2" destOrd="0" parTransId="{DC7916F4-DAA6-BE44-B8F2-AB1BE1120F47}" sibTransId="{43EA9657-6268-5140-9316-12094BA18D4D}"/>
    <dgm:cxn modelId="{27CC62D9-CB95-5B4B-8429-52F85F785151}" srcId="{C2331B41-3B8B-CE43-A057-36760FB7985A}" destId="{8733DCCA-2A04-1449-ABCF-2D5B74FA2EFA}" srcOrd="1" destOrd="0" parTransId="{95A6BEBD-7C14-874B-97AE-71461E67F7E4}" sibTransId="{60140BE8-F158-E248-ADA2-D380FF29B687}"/>
    <dgm:cxn modelId="{ED7BCBED-CE86-0248-AB55-E4414C1CCB08}" type="presOf" srcId="{EE7F3E0F-85E9-324A-A672-A6F7601C82B6}" destId="{A0940D79-3856-644B-A544-BC13B763F3C2}" srcOrd="1" destOrd="0" presId="urn:microsoft.com/office/officeart/2005/8/layout/process3"/>
    <dgm:cxn modelId="{76C285FD-5F64-6A48-8FCA-FF17AA60424A}" type="presOf" srcId="{B33446FE-97D8-8D41-82A2-883BEAF66920}" destId="{162E03DB-7BAF-0E4B-AB85-6D04E9EF56AB}" srcOrd="0" destOrd="1" presId="urn:microsoft.com/office/officeart/2005/8/layout/process3"/>
    <dgm:cxn modelId="{1F48E1AC-ECA5-714D-B9C1-84244718779A}" type="presParOf" srcId="{7C14A7B5-3F82-7A4C-883D-A09D7880AAD9}" destId="{89B8DB0A-913B-5A4B-A657-56A77387AF56}" srcOrd="0" destOrd="0" presId="urn:microsoft.com/office/officeart/2005/8/layout/process3"/>
    <dgm:cxn modelId="{3C7933E4-58FE-1841-A65B-252861294FF7}" type="presParOf" srcId="{89B8DB0A-913B-5A4B-A657-56A77387AF56}" destId="{ED9FEFDD-5F81-B448-BE84-0DE88AD995F8}" srcOrd="0" destOrd="0" presId="urn:microsoft.com/office/officeart/2005/8/layout/process3"/>
    <dgm:cxn modelId="{29AD5551-7576-7742-ABAA-E911D9CEB915}" type="presParOf" srcId="{89B8DB0A-913B-5A4B-A657-56A77387AF56}" destId="{4169BF66-C5E1-9B4C-8706-9CFF0D17EF6A}" srcOrd="1" destOrd="0" presId="urn:microsoft.com/office/officeart/2005/8/layout/process3"/>
    <dgm:cxn modelId="{FBAA4E00-8EEC-4141-8C9B-629BADA41233}" type="presParOf" srcId="{89B8DB0A-913B-5A4B-A657-56A77387AF56}" destId="{540A5662-232F-5E41-85E2-F5DB906C2AA4}" srcOrd="2" destOrd="0" presId="urn:microsoft.com/office/officeart/2005/8/layout/process3"/>
    <dgm:cxn modelId="{5BA522B1-8460-204B-AA64-7314B1028030}" type="presParOf" srcId="{7C14A7B5-3F82-7A4C-883D-A09D7880AAD9}" destId="{14F28343-3A26-5947-A4DA-372D17E04FD3}" srcOrd="1" destOrd="0" presId="urn:microsoft.com/office/officeart/2005/8/layout/process3"/>
    <dgm:cxn modelId="{0A039C55-9F3C-7C45-8B14-70EE9B00F80B}" type="presParOf" srcId="{14F28343-3A26-5947-A4DA-372D17E04FD3}" destId="{A0940D79-3856-644B-A544-BC13B763F3C2}" srcOrd="0" destOrd="0" presId="urn:microsoft.com/office/officeart/2005/8/layout/process3"/>
    <dgm:cxn modelId="{DD7B5D3A-4043-E046-B319-30620AAEF480}" type="presParOf" srcId="{7C14A7B5-3F82-7A4C-883D-A09D7880AAD9}" destId="{DE60A329-482F-9843-A159-3929ACF4BFBE}" srcOrd="2" destOrd="0" presId="urn:microsoft.com/office/officeart/2005/8/layout/process3"/>
    <dgm:cxn modelId="{CBFC4DDC-8230-4C45-B136-ABC180BFE676}" type="presParOf" srcId="{DE60A329-482F-9843-A159-3929ACF4BFBE}" destId="{77E3B688-F55C-9B45-B3B5-9789E7391A34}" srcOrd="0" destOrd="0" presId="urn:microsoft.com/office/officeart/2005/8/layout/process3"/>
    <dgm:cxn modelId="{8543B780-74F0-DE41-8F6B-080FF47BDB6C}" type="presParOf" srcId="{DE60A329-482F-9843-A159-3929ACF4BFBE}" destId="{CF022F3C-FE05-EF4B-9CEB-04966DBCC973}" srcOrd="1" destOrd="0" presId="urn:microsoft.com/office/officeart/2005/8/layout/process3"/>
    <dgm:cxn modelId="{CBCBB38A-CC0E-7F4C-A8D7-35D00E003D2E}" type="presParOf" srcId="{DE60A329-482F-9843-A159-3929ACF4BFBE}" destId="{162E03DB-7BAF-0E4B-AB85-6D04E9EF56AB}" srcOrd="2" destOrd="0" presId="urn:microsoft.com/office/officeart/2005/8/layout/process3"/>
    <dgm:cxn modelId="{BA415628-9FB3-DE41-BC05-398F27FDDE7C}" type="presParOf" srcId="{7C14A7B5-3F82-7A4C-883D-A09D7880AAD9}" destId="{15BBEFD1-04EF-BF4D-BA22-898245FF1EB7}" srcOrd="3" destOrd="0" presId="urn:microsoft.com/office/officeart/2005/8/layout/process3"/>
    <dgm:cxn modelId="{BB1862A5-05F2-FD4F-AE18-25A192528033}" type="presParOf" srcId="{15BBEFD1-04EF-BF4D-BA22-898245FF1EB7}" destId="{8241B4A4-2959-714A-8018-A6AA618AD81D}" srcOrd="0" destOrd="0" presId="urn:microsoft.com/office/officeart/2005/8/layout/process3"/>
    <dgm:cxn modelId="{8EBE31C4-80C4-2D46-A49D-90436DBAE5CF}" type="presParOf" srcId="{7C14A7B5-3F82-7A4C-883D-A09D7880AAD9}" destId="{AB959339-07C2-8845-A6CC-9B3A2E019A28}" srcOrd="4" destOrd="0" presId="urn:microsoft.com/office/officeart/2005/8/layout/process3"/>
    <dgm:cxn modelId="{C417B75F-0205-3B47-A57D-E4CCEFEF9AA9}" type="presParOf" srcId="{AB959339-07C2-8845-A6CC-9B3A2E019A28}" destId="{23C8E859-3514-C54C-B982-61E073AC8258}" srcOrd="0" destOrd="0" presId="urn:microsoft.com/office/officeart/2005/8/layout/process3"/>
    <dgm:cxn modelId="{1E994F97-3D70-774F-91B0-63651599BB1A}" type="presParOf" srcId="{AB959339-07C2-8845-A6CC-9B3A2E019A28}" destId="{7FB7C14E-DD14-404A-879B-06FDC7F7C9AF}" srcOrd="1" destOrd="0" presId="urn:microsoft.com/office/officeart/2005/8/layout/process3"/>
    <dgm:cxn modelId="{98DC2976-E8AF-0E49-81F5-0B3E53949BC6}" type="presParOf" srcId="{AB959339-07C2-8845-A6CC-9B3A2E019A28}" destId="{8E94E346-DD01-FC4C-B363-08BFD68334B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9BF66-C5E1-9B4C-8706-9CFF0D17EF6A}">
      <dsp:nvSpPr>
        <dsp:cNvPr id="0" name=""/>
        <dsp:cNvSpPr/>
      </dsp:nvSpPr>
      <dsp:spPr>
        <a:xfrm>
          <a:off x="5622" y="43000"/>
          <a:ext cx="2556376" cy="10611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Stage 1: Initialization</a:t>
          </a:r>
          <a:endParaRPr lang="en-US" sz="2000" kern="1200" dirty="0"/>
        </a:p>
      </dsp:txBody>
      <dsp:txXfrm>
        <a:off x="5622" y="43000"/>
        <a:ext cx="2556376" cy="707456"/>
      </dsp:txXfrm>
    </dsp:sp>
    <dsp:sp modelId="{540A5662-232F-5E41-85E2-F5DB906C2AA4}">
      <dsp:nvSpPr>
        <dsp:cNvPr id="0" name=""/>
        <dsp:cNvSpPr/>
      </dsp:nvSpPr>
      <dsp:spPr>
        <a:xfrm>
          <a:off x="529217" y="750456"/>
          <a:ext cx="2556376" cy="2592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Stochastic Draw from Observed base data</a:t>
          </a:r>
        </a:p>
      </dsp:txBody>
      <dsp:txXfrm>
        <a:off x="604091" y="825330"/>
        <a:ext cx="2406628" cy="2442252"/>
      </dsp:txXfrm>
    </dsp:sp>
    <dsp:sp modelId="{14F28343-3A26-5947-A4DA-372D17E04FD3}">
      <dsp:nvSpPr>
        <dsp:cNvPr id="0" name=""/>
        <dsp:cNvSpPr/>
      </dsp:nvSpPr>
      <dsp:spPr>
        <a:xfrm>
          <a:off x="2949536" y="78496"/>
          <a:ext cx="821579" cy="636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949536" y="205789"/>
        <a:ext cx="630640" cy="381877"/>
      </dsp:txXfrm>
    </dsp:sp>
    <dsp:sp modelId="{CF022F3C-FE05-EF4B-9CEB-04966DBCC973}">
      <dsp:nvSpPr>
        <dsp:cNvPr id="0" name=""/>
        <dsp:cNvSpPr/>
      </dsp:nvSpPr>
      <dsp:spPr>
        <a:xfrm>
          <a:off x="4112148" y="43000"/>
          <a:ext cx="2556376" cy="10611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R" sz="1800" b="1" kern="1200" dirty="0"/>
            <a:t>Stage 2: Chained Bayesian PMM Iteration</a:t>
          </a:r>
          <a:endParaRPr lang="en-US" sz="1800" kern="1200" dirty="0"/>
        </a:p>
      </dsp:txBody>
      <dsp:txXfrm>
        <a:off x="4112148" y="43000"/>
        <a:ext cx="2556376" cy="707456"/>
      </dsp:txXfrm>
    </dsp:sp>
    <dsp:sp modelId="{162E03DB-7BAF-0E4B-AB85-6D04E9EF56AB}">
      <dsp:nvSpPr>
        <dsp:cNvPr id="0" name=""/>
        <dsp:cNvSpPr/>
      </dsp:nvSpPr>
      <dsp:spPr>
        <a:xfrm>
          <a:off x="4635744" y="750456"/>
          <a:ext cx="2556376" cy="2592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Bayesian parameter draw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Counterfactual metric projection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Euclidian distance matching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Stochastic donor selection (k=5)</a:t>
          </a:r>
        </a:p>
      </dsp:txBody>
      <dsp:txXfrm>
        <a:off x="4710618" y="825330"/>
        <a:ext cx="2406628" cy="2442252"/>
      </dsp:txXfrm>
    </dsp:sp>
    <dsp:sp modelId="{15BBEFD1-04EF-BF4D-BA22-898245FF1EB7}">
      <dsp:nvSpPr>
        <dsp:cNvPr id="0" name=""/>
        <dsp:cNvSpPr/>
      </dsp:nvSpPr>
      <dsp:spPr>
        <a:xfrm>
          <a:off x="7056063" y="78496"/>
          <a:ext cx="821579" cy="636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056063" y="205789"/>
        <a:ext cx="630640" cy="381877"/>
      </dsp:txXfrm>
    </dsp:sp>
    <dsp:sp modelId="{7FB7C14E-DD14-404A-879B-06FDC7F7C9AF}">
      <dsp:nvSpPr>
        <dsp:cNvPr id="0" name=""/>
        <dsp:cNvSpPr/>
      </dsp:nvSpPr>
      <dsp:spPr>
        <a:xfrm>
          <a:off x="8218675" y="43000"/>
          <a:ext cx="2556376" cy="10611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R" sz="1800" b="1" kern="1200" dirty="0"/>
            <a:t>Stage 3: Rubin’s Rules</a:t>
          </a:r>
          <a:endParaRPr lang="en-US" sz="1800" kern="1200" dirty="0"/>
        </a:p>
      </dsp:txBody>
      <dsp:txXfrm>
        <a:off x="8218675" y="43000"/>
        <a:ext cx="2556376" cy="707456"/>
      </dsp:txXfrm>
    </dsp:sp>
    <dsp:sp modelId="{8E94E346-DD01-FC4C-B363-08BFD68334BE}">
      <dsp:nvSpPr>
        <dsp:cNvPr id="0" name=""/>
        <dsp:cNvSpPr/>
      </dsp:nvSpPr>
      <dsp:spPr>
        <a:xfrm>
          <a:off x="8742270" y="750456"/>
          <a:ext cx="2556376" cy="2592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Within-imputation variance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Between-imputation variance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Total variance</a:t>
          </a:r>
        </a:p>
      </dsp:txBody>
      <dsp:txXfrm>
        <a:off x="8817144" y="825330"/>
        <a:ext cx="2406628" cy="2442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A750-23CB-8947-B493-0A4A9CC74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DCB84-A683-0443-ACD9-07DBCD5E9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3887D-4473-214D-A474-D836AD92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2BEC7-5794-A14C-AD08-0C40EA20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119C3-81D5-1049-98ED-8FCC7DC3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79421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C6D3-3D91-184A-88CB-D850D6D4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53CD6-3424-0942-801D-A8A4DB4CF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BC399-A831-4148-862A-15F05805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C8408-EC46-B947-B145-7C26594E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83A5E-15DF-5A4F-A2BF-A14EF10B6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6498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256D-E2F7-4E4C-BF0A-E6F43C1B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6831C-4A65-E148-8CF3-9D81E4640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98D97-B04C-B942-844C-9A2504C6E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6E995-852E-6144-81CE-5C13AAEA8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3F813-4A5D-DF41-B4FE-852DAE6C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517055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87FDC-B4B3-0740-93A8-9A3A8FF4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97379-5C20-9F4D-9572-D9E800A0B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FEE22-96E7-864F-902F-03D169BD5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7ACD-679B-3448-A845-0C246696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77984-71FE-4946-BAA8-B7FDCE11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A124A-6A85-AD4D-BBC7-03BE5E905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92749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D8A9-34C8-9149-A064-F73D310A0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0EF8A-1942-C745-B62C-4A772351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85054-9857-324B-8F3F-54987011C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4B5D5-CEB2-9E48-B1F9-F2300503CB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5B7C5-6C92-B147-8F0C-0DBFC2A06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4C5C3-DE94-C249-B08E-4D2C08D0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CE060-9FF3-8042-9250-7FA34396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153991-560F-334B-BA26-3F836793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4648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71088-DF0B-454C-B780-827CB2E9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443694-A692-0148-820B-ED1B53F20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87A23-B31C-E54A-A66D-D13D3F7C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46A55-B2DF-CC49-923F-91589791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6771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180524-D3A5-CE40-9616-109A12FE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58EFD-D6E3-0B4E-A99A-4752B0A2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732F8-B997-4A43-B52C-2C8BDFD2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80436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6860-BEA8-104A-898D-85B910CF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0F002-FDB9-4D4E-AF4B-D6C0B32C5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49927-B458-D84F-A6C7-B99407536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6DAF2-D562-314B-97C0-557919B7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84190-7F73-7346-99BC-7B5448FD6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EDC7C-CFEF-2B4C-9D42-A0431043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2626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10A5-E839-9845-A7B3-1593512C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F77C1-DC1A-2F4E-86A1-406215210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0BDC8-1C9A-584F-ADF9-F859585E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F3BD9-5D94-DA42-8A2B-44EB0B6D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23593-D86D-2C45-9B4F-F4FDC3FD3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24E76-47BE-1E42-8AAD-6C7209E0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32446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6A46-F4BB-254E-A3F8-88DD7E9D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90BE6-F8BB-9B4E-81FF-3B2C6818D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9B9BF-015B-8F4A-9739-19D06684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73EFD-8515-AD42-8021-1F25283DB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350C6-E991-1E4A-803C-6149F0E3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27679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347604-1BB5-2C40-AA05-C434428D4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F9BD3-650D-F947-A7EF-6E0DFAAF6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15EF8-C2EA-914A-B2B8-4AB942D3A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D4643-B0AA-B247-A04D-1F02BD69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FEE66-F776-2B47-8A7C-3935FDE8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3737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B57A44-5AB7-EB44-B27C-167C6062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9D090-DD4B-794E-896B-F4654DABC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A5B56-7A74-FD4B-835F-F5338C9FC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2FF26-BBBE-D942-A739-4716B88B3009}" type="datetimeFigureOut">
              <a:rPr lang="en-TR" smtClean="0"/>
              <a:t>3.07.2026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93317-B5CA-5542-B2AE-441099B42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E8C5F-A9ED-F24F-B9B2-049EBFFE7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98E08-12A2-6F45-83C1-78A7B631E7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4702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CC6630C-AC04-8B4E-A69D-31773D7050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5306373"/>
              </p:ext>
            </p:extLst>
          </p:nvPr>
        </p:nvGraphicFramePr>
        <p:xfrm>
          <a:off x="443865" y="2590798"/>
          <a:ext cx="11304270" cy="3385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9B6537A-418A-194E-8981-097444380BA6}"/>
              </a:ext>
            </a:extLst>
          </p:cNvPr>
          <p:cNvSpPr/>
          <p:nvPr/>
        </p:nvSpPr>
        <p:spPr>
          <a:xfrm>
            <a:off x="4083548" y="774699"/>
            <a:ext cx="2569029" cy="52251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200" dirty="0"/>
              <a:t>Recommended number of imputations</a:t>
            </a:r>
          </a:p>
          <a:p>
            <a:pPr algn="ctr"/>
            <a:r>
              <a:rPr lang="en-TR" sz="1200" dirty="0"/>
              <a:t>(Pilot imputation)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CE4D2DCC-B8E8-B44C-838C-D093367ADA3B}"/>
              </a:ext>
            </a:extLst>
          </p:cNvPr>
          <p:cNvCxnSpPr>
            <a:cxnSpLocks/>
            <a:stCxn id="21" idx="1"/>
            <a:endCxn id="12" idx="3"/>
          </p:cNvCxnSpPr>
          <p:nvPr/>
        </p:nvCxnSpPr>
        <p:spPr>
          <a:xfrm rot="10800000" flipV="1">
            <a:off x="6652577" y="1023254"/>
            <a:ext cx="1949768" cy="1270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858391B5-A595-B44F-86F8-3D87AF10178D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V="1">
            <a:off x="1709058" y="1035955"/>
            <a:ext cx="2374491" cy="1554841"/>
          </a:xfrm>
          <a:prstGeom prst="bentConnector3">
            <a:avLst>
              <a:gd name="adj1" fmla="val 99970"/>
            </a:avLst>
          </a:prstGeom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074295-9A74-D246-A933-3813308BC94D}"/>
              </a:ext>
            </a:extLst>
          </p:cNvPr>
          <p:cNvSpPr/>
          <p:nvPr/>
        </p:nvSpPr>
        <p:spPr>
          <a:xfrm>
            <a:off x="8602345" y="357409"/>
            <a:ext cx="2759710" cy="133169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Diagnostics:</a:t>
            </a:r>
          </a:p>
          <a:p>
            <a:pPr algn="ctr"/>
            <a:r>
              <a:rPr lang="en-TR" dirty="0"/>
              <a:t>FMI, RVI, Relative Efficiency, Traceplots,</a:t>
            </a:r>
          </a:p>
          <a:p>
            <a:pPr algn="ctr"/>
            <a:r>
              <a:rPr lang="en-US" dirty="0"/>
              <a:t>A</a:t>
            </a:r>
            <a:r>
              <a:rPr lang="en-TR" dirty="0"/>
              <a:t>nd Before&amp;After Imp. Descriptive Statistics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D8C527-8379-FF4D-833A-4906B7C2D8E3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9982200" y="1689099"/>
            <a:ext cx="0" cy="9017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860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73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dcterms:created xsi:type="dcterms:W3CDTF">2026-07-02T14:09:46Z</dcterms:created>
  <dcterms:modified xsi:type="dcterms:W3CDTF">2026-07-03T16:07:38Z</dcterms:modified>
</cp:coreProperties>
</file>